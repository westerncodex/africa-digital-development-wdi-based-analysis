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9" r:id="rId9"/>
    <p:sldId id="280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716E5-62C0-CFC3-5BD4-D36966C698DF}"/>
              </a:ext>
            </a:extLst>
          </p:cNvPr>
          <p:cNvSpPr txBox="1">
            <a:spLocks/>
          </p:cNvSpPr>
          <p:nvPr/>
        </p:nvSpPr>
        <p:spPr>
          <a:xfrm>
            <a:off x="641404" y="760876"/>
            <a:ext cx="11100021" cy="663396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AFRICA DIGITAL DEVELOPMENT ANALYSIS  (200-2024)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8319D-ACF1-9EFB-0FB1-52E6722168E4}"/>
              </a:ext>
            </a:extLst>
          </p:cNvPr>
          <p:cNvSpPr txBox="1">
            <a:spLocks/>
          </p:cNvSpPr>
          <p:nvPr/>
        </p:nvSpPr>
        <p:spPr>
          <a:xfrm>
            <a:off x="1349448" y="2235690"/>
            <a:ext cx="9144000" cy="50878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Bank Development Indicators (WDI)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  <a:endParaRPr lang="en-NG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2EB206-F177-71C2-48D7-9F08B793534E}"/>
              </a:ext>
            </a:extLst>
          </p:cNvPr>
          <p:cNvSpPr txBox="1">
            <a:spLocks/>
          </p:cNvSpPr>
          <p:nvPr/>
        </p:nvSpPr>
        <p:spPr>
          <a:xfrm>
            <a:off x="1619414" y="4502478"/>
            <a:ext cx="9144000" cy="148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| SQL| POWER BI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QUERY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NG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33026A-0C2E-A6A8-7B76-9AF34925C707}"/>
              </a:ext>
            </a:extLst>
          </p:cNvPr>
          <p:cNvSpPr txBox="1">
            <a:spLocks/>
          </p:cNvSpPr>
          <p:nvPr/>
        </p:nvSpPr>
        <p:spPr>
          <a:xfrm>
            <a:off x="1523847" y="2624643"/>
            <a:ext cx="9144000" cy="148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ONWUSA, CHUKWUDI</a:t>
            </a:r>
            <a:endParaRPr lang="en-NG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NG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FB8DFA-B50D-5F56-D9DB-FD39139133D6}"/>
              </a:ext>
            </a:extLst>
          </p:cNvPr>
          <p:cNvSpPr txBox="1"/>
          <p:nvPr/>
        </p:nvSpPr>
        <p:spPr>
          <a:xfrm>
            <a:off x="487680" y="1393371"/>
            <a:ext cx="1134726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was to analyze digital development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African 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and 2024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I wanted to answer questions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has Internet usage changed over time?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widespread are mobile subscriptions across Africa?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relationship between Internet adoption and economic growth?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are leading in digital development?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provide insights that can support policymakers, investors, and other stakeholders in making informed decisions.</a:t>
            </a:r>
          </a:p>
          <a:p>
            <a:endParaRPr lang="en-N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011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NG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41B27-63CB-2DFC-4F8B-B8C381E3439B}"/>
              </a:ext>
            </a:extLst>
          </p:cNvPr>
          <p:cNvSpPr txBox="1"/>
          <p:nvPr/>
        </p:nvSpPr>
        <p:spPr>
          <a:xfrm>
            <a:off x="422365" y="2486587"/>
            <a:ext cx="1134726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obtained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Bank Development Indicators (WDI)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thousands of development indicators covering over 200 countries worldwide.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project, I filtered the dataset to include 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African countries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focused on four key indicators: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using the Internet (% of population)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cellular subscriptions (per 100 people)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 (Current US Dollars)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Growth (Annual Percentage)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BC042-B491-78F9-1D84-139EC890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89" y="1258168"/>
            <a:ext cx="10901916" cy="119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7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  <a:endParaRPr lang="en-NG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F282A-FFDE-6801-B07D-DA4D8EE3B0FD}"/>
              </a:ext>
            </a:extLst>
          </p:cNvPr>
          <p:cNvSpPr txBox="1"/>
          <p:nvPr/>
        </p:nvSpPr>
        <p:spPr>
          <a:xfrm>
            <a:off x="487680" y="1393371"/>
            <a:ext cx="1134726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Pandas a Python Framework for data analysis were used to clean and prepare the data.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cleaning process included: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the dataset.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only African countries.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required indicators.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 records.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and placeholder values.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the Year column.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country information such as Region and Income Group.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Exporting the cleaned dataset for Power BI.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steps ensured that the dataset was consistent and suitable for analysis.</a:t>
            </a:r>
          </a:p>
        </p:txBody>
      </p:sp>
    </p:spTree>
    <p:extLst>
      <p:ext uri="{BB962C8B-B14F-4D97-AF65-F5344CB8AC3E}">
        <p14:creationId xmlns:p14="http://schemas.microsoft.com/office/powerpoint/2010/main" val="224317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PROCESS</a:t>
            </a:r>
            <a:endParaRPr lang="en-NG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9FC072-BC7E-3767-88B8-E55A670B911F}"/>
              </a:ext>
            </a:extLst>
          </p:cNvPr>
          <p:cNvSpPr txBox="1"/>
          <p:nvPr/>
        </p:nvSpPr>
        <p:spPr>
          <a:xfrm>
            <a:off x="487680" y="1393371"/>
            <a:ext cx="113472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analysis were performed using Python, SQL and Power BI.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included: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over time.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comparisons.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calculations.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creation.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also explored the relationships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 and GDP per capita.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subscriptions and Internet usage.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helped reveal how digital connectivity relates to economic development across Africa.</a:t>
            </a:r>
          </a:p>
        </p:txBody>
      </p:sp>
    </p:spTree>
    <p:extLst>
      <p:ext uri="{BB962C8B-B14F-4D97-AF65-F5344CB8AC3E}">
        <p14:creationId xmlns:p14="http://schemas.microsoft.com/office/powerpoint/2010/main" val="358726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NG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32652-3DEE-C10A-DA2C-7EF5AF1D7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323" y="1258646"/>
            <a:ext cx="8094651" cy="526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435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NG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A2203-8C41-54A2-4D8E-DD612C14567E}"/>
              </a:ext>
            </a:extLst>
          </p:cNvPr>
          <p:cNvSpPr txBox="1"/>
          <p:nvPr/>
        </p:nvSpPr>
        <p:spPr>
          <a:xfrm>
            <a:off x="487680" y="1393371"/>
            <a:ext cx="113472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produced several important insights.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Internet usage across Africa reached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44.89%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subscriptions averaged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107.25 per 100 people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widespread mobile connectivity.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GDP per capita was approximately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$2.31K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 showed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of 0.72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GDP per capita.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subscriptions showed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positive correlation of 0.50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Internet usage.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countries with stronger digital infrastructure generally experience better economic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8273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NG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A2203-8C41-54A2-4D8E-DD612C14567E}"/>
              </a:ext>
            </a:extLst>
          </p:cNvPr>
          <p:cNvSpPr txBox="1"/>
          <p:nvPr/>
        </p:nvSpPr>
        <p:spPr>
          <a:xfrm>
            <a:off x="487680" y="1393371"/>
            <a:ext cx="1134726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findings, I recommend: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broadband infrastructure to increase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internet usage.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Internet services more affordable.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Investing in digital literacy programs.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innovation and digital entrepreneurship.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Africa's strong mobile penetration to expand digital financial services, e-government, and online education.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initiatives can help bridge the digital divide and promote inclusive economic growth.</a:t>
            </a:r>
          </a:p>
        </p:txBody>
      </p:sp>
    </p:spTree>
    <p:extLst>
      <p:ext uri="{BB962C8B-B14F-4D97-AF65-F5344CB8AC3E}">
        <p14:creationId xmlns:p14="http://schemas.microsoft.com/office/powerpoint/2010/main" val="346003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03FCE-B31B-EC56-3540-2D477F01D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23" y="335525"/>
            <a:ext cx="1216742" cy="811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D9FA67-A513-3B93-7DE5-BF793211D62A}"/>
              </a:ext>
            </a:extLst>
          </p:cNvPr>
          <p:cNvSpPr txBox="1"/>
          <p:nvPr/>
        </p:nvSpPr>
        <p:spPr>
          <a:xfrm>
            <a:off x="2691581" y="553065"/>
            <a:ext cx="6164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NG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A2203-8C41-54A2-4D8E-DD612C14567E}"/>
              </a:ext>
            </a:extLst>
          </p:cNvPr>
          <p:cNvSpPr txBox="1"/>
          <p:nvPr/>
        </p:nvSpPr>
        <p:spPr>
          <a:xfrm>
            <a:off x="487680" y="1393371"/>
            <a:ext cx="1134726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project demonstrates how data analytics can uncover valuable insights from large-scale development data.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 and Power BI, I transformed raw World Bank data into an interactive dashboard that highlights Africa's digital transformation and its relationship with economic growth.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watching, and I appreciate your time.</a:t>
            </a:r>
          </a:p>
        </p:txBody>
      </p:sp>
    </p:spTree>
    <p:extLst>
      <p:ext uri="{BB962C8B-B14F-4D97-AF65-F5344CB8AC3E}">
        <p14:creationId xmlns:p14="http://schemas.microsoft.com/office/powerpoint/2010/main" val="3267131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565</Words>
  <Application>Microsoft Office PowerPoint</Application>
  <PresentationFormat>Widescreen</PresentationFormat>
  <Paragraphs>93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Chukwudi Onwusa</cp:lastModifiedBy>
  <cp:revision>63</cp:revision>
  <dcterms:modified xsi:type="dcterms:W3CDTF">2026-07-09T12:05:46Z</dcterms:modified>
</cp:coreProperties>
</file>